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ITINERA Travel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Travel. Fully Customizable. B2B Powered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Rigid packages</a:t>
            </a:r>
          </a:p>
          <a:p>
            <a:r>
              <a:t>No hotel flexibility</a:t>
            </a:r>
          </a:p>
          <a:p>
            <a:r>
              <a:t>No group coordination</a:t>
            </a:r>
          </a:p>
          <a:p>
            <a:r>
              <a:t>Limited supplier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AI-driven recommendations</a:t>
            </a:r>
          </a:p>
          <a:p>
            <a:r>
              <a:t>Custom itineraries</a:t>
            </a:r>
          </a:p>
          <a:p>
            <a:r>
              <a:t>Land packages flexibility</a:t>
            </a:r>
          </a:p>
          <a:p>
            <a:r>
              <a:t>B2B SaaS ecosystem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Feature: Land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 different hotels per day</a:t>
            </a:r>
          </a:p>
          <a:p>
            <a:r>
              <a:t>Fully customizable itinerary</a:t>
            </a:r>
          </a:p>
          <a:p>
            <a:r>
              <a:t>No forced bundles</a:t>
            </a:r>
          </a:p>
        </p:txBody>
      </p:sp>
      <p:pic>
        <p:nvPicPr>
          <p:cNvPr id="4" name="Picture 3" descr="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74320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Recommendation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Personalized trips</a:t>
            </a:r>
          </a:p>
          <a:p>
            <a:r>
              <a:t>Budget-based suggestions</a:t>
            </a:r>
          </a:p>
          <a:p>
            <a:r>
              <a:t>Learning user preferences</a:t>
            </a:r>
          </a:p>
        </p:txBody>
      </p:sp>
      <p:pic>
        <p:nvPicPr>
          <p:cNvPr id="4" name="Picture 3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74320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Planner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Invite friends</a:t>
            </a:r>
          </a:p>
          <a:p>
            <a:r>
              <a:t>Vote on plans</a:t>
            </a:r>
          </a:p>
          <a:p>
            <a:r>
              <a:t>Lock final itinerary</a:t>
            </a:r>
          </a:p>
        </p:txBody>
      </p:sp>
      <p:pic>
        <p:nvPicPr>
          <p:cNvPr id="4" name="Picture 3" descr="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74320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B2B SaaS for Suppliers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</a:t>
            </a:r>
          </a:p>
          <a:p>
            <a:r>
              <a:t>Client management</a:t>
            </a:r>
          </a:p>
          <a:p>
            <a:r>
              <a:t>Bookings &amp; commissions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Connects customers &amp; suppliers</a:t>
            </a:r>
          </a:p>
          <a:p>
            <a:r>
              <a:t>Manages requests</a:t>
            </a:r>
          </a:p>
          <a:p>
            <a:r>
              <a:t>Ensures smooth 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Native + Spring Boot</a:t>
            </a:r>
          </a:p>
          <a:p>
            <a:r>
              <a:t>PostgreSQL + APIs</a:t>
            </a:r>
          </a:p>
          <a:p>
            <a:r>
              <a:t>Scalable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app built</a:t>
            </a:r>
          </a:p>
          <a:p>
            <a:r>
              <a:t>AI + Group features improving</a:t>
            </a:r>
          </a:p>
          <a:p>
            <a:r>
              <a:t>Supplier dashboard in progress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